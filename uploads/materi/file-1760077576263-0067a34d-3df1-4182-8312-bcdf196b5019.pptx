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Open Sans" charset="1" panose="020B0606030504020204"/>
      <p:regular r:id="rId17"/>
    </p:embeddedFont>
    <p:embeddedFont>
      <p:font typeface="Open Sans Bold" charset="1" panose="020B080603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11283" y="8407075"/>
            <a:ext cx="1776717" cy="1819729"/>
          </a:xfrm>
          <a:custGeom>
            <a:avLst/>
            <a:gdLst/>
            <a:ahLst/>
            <a:cxnLst/>
            <a:rect r="r" b="b" t="t" l="l"/>
            <a:pathLst>
              <a:path h="1819729" w="1776717">
                <a:moveTo>
                  <a:pt x="0" y="0"/>
                </a:moveTo>
                <a:lnTo>
                  <a:pt x="1776717" y="0"/>
                </a:lnTo>
                <a:lnTo>
                  <a:pt x="1776717" y="1819730"/>
                </a:lnTo>
                <a:lnTo>
                  <a:pt x="0" y="1819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74605" y="-480817"/>
            <a:ext cx="3780600" cy="3753105"/>
          </a:xfrm>
          <a:custGeom>
            <a:avLst/>
            <a:gdLst/>
            <a:ahLst/>
            <a:cxnLst/>
            <a:rect r="r" b="b" t="t" l="l"/>
            <a:pathLst>
              <a:path h="3753105" w="3780600">
                <a:moveTo>
                  <a:pt x="0" y="0"/>
                </a:moveTo>
                <a:lnTo>
                  <a:pt x="3780600" y="0"/>
                </a:lnTo>
                <a:lnTo>
                  <a:pt x="3780600" y="3753105"/>
                </a:lnTo>
                <a:lnTo>
                  <a:pt x="0" y="3753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6511283" y="0"/>
            <a:ext cx="1776717" cy="1819729"/>
          </a:xfrm>
          <a:custGeom>
            <a:avLst/>
            <a:gdLst/>
            <a:ahLst/>
            <a:cxnLst/>
            <a:rect r="r" b="b" t="t" l="l"/>
            <a:pathLst>
              <a:path h="1819729" w="1776717">
                <a:moveTo>
                  <a:pt x="0" y="1819729"/>
                </a:moveTo>
                <a:lnTo>
                  <a:pt x="1776717" y="1819729"/>
                </a:lnTo>
                <a:lnTo>
                  <a:pt x="1776717" y="0"/>
                </a:lnTo>
                <a:lnTo>
                  <a:pt x="0" y="0"/>
                </a:lnTo>
                <a:lnTo>
                  <a:pt x="0" y="18197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671781" y="1173273"/>
            <a:ext cx="8703483" cy="593284"/>
            <a:chOff x="0" y="0"/>
            <a:chExt cx="3344154" cy="2279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44154" cy="227958"/>
            </a:xfrm>
            <a:custGeom>
              <a:avLst/>
              <a:gdLst/>
              <a:ahLst/>
              <a:cxnLst/>
              <a:rect r="r" b="b" t="t" l="l"/>
              <a:pathLst>
                <a:path h="227958" w="3344154">
                  <a:moveTo>
                    <a:pt x="60487" y="0"/>
                  </a:moveTo>
                  <a:lnTo>
                    <a:pt x="3283666" y="0"/>
                  </a:lnTo>
                  <a:cubicBezTo>
                    <a:pt x="3317072" y="0"/>
                    <a:pt x="3344154" y="27081"/>
                    <a:pt x="3344154" y="60487"/>
                  </a:cubicBezTo>
                  <a:lnTo>
                    <a:pt x="3344154" y="167471"/>
                  </a:lnTo>
                  <a:cubicBezTo>
                    <a:pt x="3344154" y="200877"/>
                    <a:pt x="3317072" y="227958"/>
                    <a:pt x="3283666" y="227958"/>
                  </a:cubicBezTo>
                  <a:lnTo>
                    <a:pt x="60487" y="227958"/>
                  </a:lnTo>
                  <a:cubicBezTo>
                    <a:pt x="27081" y="227958"/>
                    <a:pt x="0" y="200877"/>
                    <a:pt x="0" y="167471"/>
                  </a:cubicBezTo>
                  <a:lnTo>
                    <a:pt x="0" y="60487"/>
                  </a:lnTo>
                  <a:cubicBezTo>
                    <a:pt x="0" y="27081"/>
                    <a:pt x="27081" y="0"/>
                    <a:pt x="60487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344154" cy="266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998779" y="1295601"/>
            <a:ext cx="458937" cy="352130"/>
          </a:xfrm>
          <a:custGeom>
            <a:avLst/>
            <a:gdLst/>
            <a:ahLst/>
            <a:cxnLst/>
            <a:rect r="r" b="b" t="t" l="l"/>
            <a:pathLst>
              <a:path h="352130" w="458937">
                <a:moveTo>
                  <a:pt x="0" y="0"/>
                </a:moveTo>
                <a:lnTo>
                  <a:pt x="458937" y="0"/>
                </a:lnTo>
                <a:lnTo>
                  <a:pt x="458937" y="352130"/>
                </a:lnTo>
                <a:lnTo>
                  <a:pt x="0" y="3521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0" y="0"/>
            <a:ext cx="1776717" cy="1819729"/>
          </a:xfrm>
          <a:custGeom>
            <a:avLst/>
            <a:gdLst/>
            <a:ahLst/>
            <a:cxnLst/>
            <a:rect r="r" b="b" t="t" l="l"/>
            <a:pathLst>
              <a:path h="1819729" w="1776717">
                <a:moveTo>
                  <a:pt x="1776717" y="1819729"/>
                </a:moveTo>
                <a:lnTo>
                  <a:pt x="0" y="1819729"/>
                </a:lnTo>
                <a:lnTo>
                  <a:pt x="0" y="0"/>
                </a:lnTo>
                <a:lnTo>
                  <a:pt x="1776717" y="0"/>
                </a:lnTo>
                <a:lnTo>
                  <a:pt x="1776717" y="18197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429105" y="6828898"/>
            <a:ext cx="3950064" cy="3921336"/>
          </a:xfrm>
          <a:custGeom>
            <a:avLst/>
            <a:gdLst/>
            <a:ahLst/>
            <a:cxnLst/>
            <a:rect r="r" b="b" t="t" l="l"/>
            <a:pathLst>
              <a:path h="3921336" w="3950064">
                <a:moveTo>
                  <a:pt x="0" y="3921336"/>
                </a:moveTo>
                <a:lnTo>
                  <a:pt x="3950064" y="3921336"/>
                </a:lnTo>
                <a:lnTo>
                  <a:pt x="3950064" y="0"/>
                </a:lnTo>
                <a:lnTo>
                  <a:pt x="0" y="0"/>
                </a:lnTo>
                <a:lnTo>
                  <a:pt x="0" y="392133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0" y="8467271"/>
            <a:ext cx="1776717" cy="1819729"/>
          </a:xfrm>
          <a:custGeom>
            <a:avLst/>
            <a:gdLst/>
            <a:ahLst/>
            <a:cxnLst/>
            <a:rect r="r" b="b" t="t" l="l"/>
            <a:pathLst>
              <a:path h="1819729" w="1776717">
                <a:moveTo>
                  <a:pt x="1776717" y="0"/>
                </a:moveTo>
                <a:lnTo>
                  <a:pt x="0" y="0"/>
                </a:lnTo>
                <a:lnTo>
                  <a:pt x="0" y="1819729"/>
                </a:lnTo>
                <a:lnTo>
                  <a:pt x="1776717" y="1819729"/>
                </a:lnTo>
                <a:lnTo>
                  <a:pt x="177671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535834" y="8778559"/>
            <a:ext cx="3484451" cy="2363091"/>
          </a:xfrm>
          <a:custGeom>
            <a:avLst/>
            <a:gdLst/>
            <a:ahLst/>
            <a:cxnLst/>
            <a:rect r="r" b="b" t="t" l="l"/>
            <a:pathLst>
              <a:path h="2363091" w="3484451">
                <a:moveTo>
                  <a:pt x="0" y="0"/>
                </a:moveTo>
                <a:lnTo>
                  <a:pt x="3484451" y="0"/>
                </a:lnTo>
                <a:lnTo>
                  <a:pt x="3484451" y="2363091"/>
                </a:lnTo>
                <a:lnTo>
                  <a:pt x="0" y="23630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2420115" y="-843658"/>
            <a:ext cx="3484451" cy="2363091"/>
          </a:xfrm>
          <a:custGeom>
            <a:avLst/>
            <a:gdLst/>
            <a:ahLst/>
            <a:cxnLst/>
            <a:rect r="r" b="b" t="t" l="l"/>
            <a:pathLst>
              <a:path h="2363091" w="3484451">
                <a:moveTo>
                  <a:pt x="0" y="2363091"/>
                </a:moveTo>
                <a:lnTo>
                  <a:pt x="3484451" y="2363091"/>
                </a:lnTo>
                <a:lnTo>
                  <a:pt x="3484451" y="0"/>
                </a:lnTo>
                <a:lnTo>
                  <a:pt x="0" y="0"/>
                </a:lnTo>
                <a:lnTo>
                  <a:pt x="0" y="2363091"/>
                </a:lnTo>
                <a:close/>
              </a:path>
            </a:pathLst>
          </a:custGeom>
          <a:blipFill>
            <a:blip r:embed="rId9">
              <a:alphaModFix amt="25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21259" y="2781201"/>
            <a:ext cx="13274423" cy="419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0"/>
              </a:lnSpc>
            </a:pPr>
            <a:r>
              <a:rPr lang="en-US" b="true" sz="80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SOFTWARE REEINGEERING UNTUK WEBSITE E-CLASS SMA SANTO CAROLUS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5888" y="1028700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0" y="0"/>
                </a:moveTo>
                <a:lnTo>
                  <a:pt x="1795276" y="0"/>
                </a:lnTo>
                <a:lnTo>
                  <a:pt x="1795276" y="2605283"/>
                </a:lnTo>
                <a:lnTo>
                  <a:pt x="0" y="26052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743219" y="7792621"/>
            <a:ext cx="856060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Oleh : Darrell Fiko Alexander - 221116947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57716" y="1249727"/>
            <a:ext cx="7693330" cy="39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</a:pPr>
            <a:r>
              <a:rPr lang="en-US" sz="23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3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NSTITUT SAINS DAN TEKNOLOGI TERPADU SURABAYA</a:t>
            </a:r>
          </a:p>
        </p:txBody>
      </p:sp>
      <p:sp>
        <p:nvSpPr>
          <p:cNvPr name="Freeform 19" id="19"/>
          <p:cNvSpPr/>
          <p:nvPr/>
        </p:nvSpPr>
        <p:spPr>
          <a:xfrm flipH="true" flipV="true" rot="0">
            <a:off x="16361662" y="6590719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6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6" y="0"/>
                </a:lnTo>
                <a:lnTo>
                  <a:pt x="1795276" y="2605283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287607" y="7363229"/>
            <a:ext cx="3484451" cy="2363091"/>
          </a:xfrm>
          <a:custGeom>
            <a:avLst/>
            <a:gdLst/>
            <a:ahLst/>
            <a:cxnLst/>
            <a:rect r="r" b="b" t="t" l="l"/>
            <a:pathLst>
              <a:path h="2363091" w="3484451">
                <a:moveTo>
                  <a:pt x="0" y="0"/>
                </a:moveTo>
                <a:lnTo>
                  <a:pt x="3484451" y="0"/>
                </a:lnTo>
                <a:lnTo>
                  <a:pt x="3484451" y="2363091"/>
                </a:lnTo>
                <a:lnTo>
                  <a:pt x="0" y="2363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16133133" y="560680"/>
            <a:ext cx="3484451" cy="2363091"/>
          </a:xfrm>
          <a:custGeom>
            <a:avLst/>
            <a:gdLst/>
            <a:ahLst/>
            <a:cxnLst/>
            <a:rect r="r" b="b" t="t" l="l"/>
            <a:pathLst>
              <a:path h="2363091" w="3484451">
                <a:moveTo>
                  <a:pt x="0" y="2363091"/>
                </a:moveTo>
                <a:lnTo>
                  <a:pt x="3484450" y="2363091"/>
                </a:lnTo>
                <a:lnTo>
                  <a:pt x="3484450" y="0"/>
                </a:lnTo>
                <a:lnTo>
                  <a:pt x="0" y="0"/>
                </a:lnTo>
                <a:lnTo>
                  <a:pt x="0" y="2363091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063534" y="3269906"/>
            <a:ext cx="5103317" cy="822810"/>
            <a:chOff x="0" y="0"/>
            <a:chExt cx="1960856" cy="3161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0856" cy="316150"/>
            </a:xfrm>
            <a:custGeom>
              <a:avLst/>
              <a:gdLst/>
              <a:ahLst/>
              <a:cxnLst/>
              <a:rect r="r" b="b" t="t" l="l"/>
              <a:pathLst>
                <a:path h="316150" w="1960856">
                  <a:moveTo>
                    <a:pt x="103159" y="0"/>
                  </a:moveTo>
                  <a:lnTo>
                    <a:pt x="1857697" y="0"/>
                  </a:lnTo>
                  <a:cubicBezTo>
                    <a:pt x="1885057" y="0"/>
                    <a:pt x="1911296" y="10868"/>
                    <a:pt x="1930641" y="30214"/>
                  </a:cubicBezTo>
                  <a:cubicBezTo>
                    <a:pt x="1949987" y="49560"/>
                    <a:pt x="1960856" y="75799"/>
                    <a:pt x="1960856" y="103159"/>
                  </a:cubicBezTo>
                  <a:lnTo>
                    <a:pt x="1960856" y="212991"/>
                  </a:lnTo>
                  <a:cubicBezTo>
                    <a:pt x="1960856" y="269964"/>
                    <a:pt x="1914670" y="316150"/>
                    <a:pt x="1857697" y="316150"/>
                  </a:cubicBezTo>
                  <a:lnTo>
                    <a:pt x="103159" y="316150"/>
                  </a:lnTo>
                  <a:cubicBezTo>
                    <a:pt x="75799" y="316150"/>
                    <a:pt x="49560" y="305281"/>
                    <a:pt x="30214" y="285935"/>
                  </a:cubicBezTo>
                  <a:cubicBezTo>
                    <a:pt x="10868" y="266589"/>
                    <a:pt x="0" y="240351"/>
                    <a:pt x="0" y="212991"/>
                  </a:cubicBezTo>
                  <a:lnTo>
                    <a:pt x="0" y="103159"/>
                  </a:lnTo>
                  <a:cubicBezTo>
                    <a:pt x="0" y="75799"/>
                    <a:pt x="10868" y="49560"/>
                    <a:pt x="30214" y="30214"/>
                  </a:cubicBezTo>
                  <a:cubicBezTo>
                    <a:pt x="49560" y="10868"/>
                    <a:pt x="75799" y="0"/>
                    <a:pt x="103159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60856" cy="35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407861" y="3635296"/>
            <a:ext cx="168230" cy="16823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333759" y="1191894"/>
            <a:ext cx="9620483" cy="12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b="true" sz="89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AGENDA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05370" y="3357779"/>
            <a:ext cx="366813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Latar Belakang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063534" y="4733298"/>
            <a:ext cx="5103317" cy="822810"/>
            <a:chOff x="0" y="0"/>
            <a:chExt cx="1960856" cy="3161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60856" cy="316150"/>
            </a:xfrm>
            <a:custGeom>
              <a:avLst/>
              <a:gdLst/>
              <a:ahLst/>
              <a:cxnLst/>
              <a:rect r="r" b="b" t="t" l="l"/>
              <a:pathLst>
                <a:path h="316150" w="1960856">
                  <a:moveTo>
                    <a:pt x="103159" y="0"/>
                  </a:moveTo>
                  <a:lnTo>
                    <a:pt x="1857697" y="0"/>
                  </a:lnTo>
                  <a:cubicBezTo>
                    <a:pt x="1885057" y="0"/>
                    <a:pt x="1911296" y="10868"/>
                    <a:pt x="1930641" y="30214"/>
                  </a:cubicBezTo>
                  <a:cubicBezTo>
                    <a:pt x="1949987" y="49560"/>
                    <a:pt x="1960856" y="75799"/>
                    <a:pt x="1960856" y="103159"/>
                  </a:cubicBezTo>
                  <a:lnTo>
                    <a:pt x="1960856" y="212991"/>
                  </a:lnTo>
                  <a:cubicBezTo>
                    <a:pt x="1960856" y="269964"/>
                    <a:pt x="1914670" y="316150"/>
                    <a:pt x="1857697" y="316150"/>
                  </a:cubicBezTo>
                  <a:lnTo>
                    <a:pt x="103159" y="316150"/>
                  </a:lnTo>
                  <a:cubicBezTo>
                    <a:pt x="75799" y="316150"/>
                    <a:pt x="49560" y="305281"/>
                    <a:pt x="30214" y="285935"/>
                  </a:cubicBezTo>
                  <a:cubicBezTo>
                    <a:pt x="10868" y="266589"/>
                    <a:pt x="0" y="240351"/>
                    <a:pt x="0" y="212991"/>
                  </a:cubicBezTo>
                  <a:lnTo>
                    <a:pt x="0" y="103159"/>
                  </a:lnTo>
                  <a:cubicBezTo>
                    <a:pt x="0" y="75799"/>
                    <a:pt x="10868" y="49560"/>
                    <a:pt x="30214" y="30214"/>
                  </a:cubicBezTo>
                  <a:cubicBezTo>
                    <a:pt x="49560" y="10868"/>
                    <a:pt x="75799" y="0"/>
                    <a:pt x="103159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60856" cy="35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407861" y="5098688"/>
            <a:ext cx="168230" cy="16823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705370" y="4821171"/>
            <a:ext cx="428089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Tujuan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063534" y="6194284"/>
            <a:ext cx="5103317" cy="822810"/>
            <a:chOff x="0" y="0"/>
            <a:chExt cx="1960856" cy="3161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60856" cy="316150"/>
            </a:xfrm>
            <a:custGeom>
              <a:avLst/>
              <a:gdLst/>
              <a:ahLst/>
              <a:cxnLst/>
              <a:rect r="r" b="b" t="t" l="l"/>
              <a:pathLst>
                <a:path h="316150" w="1960856">
                  <a:moveTo>
                    <a:pt x="103159" y="0"/>
                  </a:moveTo>
                  <a:lnTo>
                    <a:pt x="1857697" y="0"/>
                  </a:lnTo>
                  <a:cubicBezTo>
                    <a:pt x="1885057" y="0"/>
                    <a:pt x="1911296" y="10868"/>
                    <a:pt x="1930641" y="30214"/>
                  </a:cubicBezTo>
                  <a:cubicBezTo>
                    <a:pt x="1949987" y="49560"/>
                    <a:pt x="1960856" y="75799"/>
                    <a:pt x="1960856" y="103159"/>
                  </a:cubicBezTo>
                  <a:lnTo>
                    <a:pt x="1960856" y="212991"/>
                  </a:lnTo>
                  <a:cubicBezTo>
                    <a:pt x="1960856" y="269964"/>
                    <a:pt x="1914670" y="316150"/>
                    <a:pt x="1857697" y="316150"/>
                  </a:cubicBezTo>
                  <a:lnTo>
                    <a:pt x="103159" y="316150"/>
                  </a:lnTo>
                  <a:cubicBezTo>
                    <a:pt x="75799" y="316150"/>
                    <a:pt x="49560" y="305281"/>
                    <a:pt x="30214" y="285935"/>
                  </a:cubicBezTo>
                  <a:cubicBezTo>
                    <a:pt x="10868" y="266589"/>
                    <a:pt x="0" y="240351"/>
                    <a:pt x="0" y="212991"/>
                  </a:cubicBezTo>
                  <a:lnTo>
                    <a:pt x="0" y="103159"/>
                  </a:lnTo>
                  <a:cubicBezTo>
                    <a:pt x="0" y="75799"/>
                    <a:pt x="10868" y="49560"/>
                    <a:pt x="30214" y="30214"/>
                  </a:cubicBezTo>
                  <a:cubicBezTo>
                    <a:pt x="49560" y="10868"/>
                    <a:pt x="75799" y="0"/>
                    <a:pt x="103159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60856" cy="35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407861" y="6559674"/>
            <a:ext cx="168230" cy="16823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705370" y="6282156"/>
            <a:ext cx="428089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Arsitektur Sistem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121149" y="3269906"/>
            <a:ext cx="5103317" cy="822810"/>
            <a:chOff x="0" y="0"/>
            <a:chExt cx="1960856" cy="3161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60856" cy="316150"/>
            </a:xfrm>
            <a:custGeom>
              <a:avLst/>
              <a:gdLst/>
              <a:ahLst/>
              <a:cxnLst/>
              <a:rect r="r" b="b" t="t" l="l"/>
              <a:pathLst>
                <a:path h="316150" w="1960856">
                  <a:moveTo>
                    <a:pt x="103159" y="0"/>
                  </a:moveTo>
                  <a:lnTo>
                    <a:pt x="1857697" y="0"/>
                  </a:lnTo>
                  <a:cubicBezTo>
                    <a:pt x="1885057" y="0"/>
                    <a:pt x="1911296" y="10868"/>
                    <a:pt x="1930641" y="30214"/>
                  </a:cubicBezTo>
                  <a:cubicBezTo>
                    <a:pt x="1949987" y="49560"/>
                    <a:pt x="1960856" y="75799"/>
                    <a:pt x="1960856" y="103159"/>
                  </a:cubicBezTo>
                  <a:lnTo>
                    <a:pt x="1960856" y="212991"/>
                  </a:lnTo>
                  <a:cubicBezTo>
                    <a:pt x="1960856" y="269964"/>
                    <a:pt x="1914670" y="316150"/>
                    <a:pt x="1857697" y="316150"/>
                  </a:cubicBezTo>
                  <a:lnTo>
                    <a:pt x="103159" y="316150"/>
                  </a:lnTo>
                  <a:cubicBezTo>
                    <a:pt x="75799" y="316150"/>
                    <a:pt x="49560" y="305281"/>
                    <a:pt x="30214" y="285935"/>
                  </a:cubicBezTo>
                  <a:cubicBezTo>
                    <a:pt x="10868" y="266589"/>
                    <a:pt x="0" y="240351"/>
                    <a:pt x="0" y="212991"/>
                  </a:cubicBezTo>
                  <a:lnTo>
                    <a:pt x="0" y="103159"/>
                  </a:lnTo>
                  <a:cubicBezTo>
                    <a:pt x="0" y="75799"/>
                    <a:pt x="10868" y="49560"/>
                    <a:pt x="30214" y="30214"/>
                  </a:cubicBezTo>
                  <a:cubicBezTo>
                    <a:pt x="49560" y="10868"/>
                    <a:pt x="75799" y="0"/>
                    <a:pt x="103159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960856" cy="35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465475" y="3635296"/>
            <a:ext cx="168230" cy="16823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762984" y="3357779"/>
            <a:ext cx="428089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Fitur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121149" y="4733298"/>
            <a:ext cx="5103317" cy="822810"/>
            <a:chOff x="0" y="0"/>
            <a:chExt cx="1960856" cy="3161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60856" cy="316150"/>
            </a:xfrm>
            <a:custGeom>
              <a:avLst/>
              <a:gdLst/>
              <a:ahLst/>
              <a:cxnLst/>
              <a:rect r="r" b="b" t="t" l="l"/>
              <a:pathLst>
                <a:path h="316150" w="1960856">
                  <a:moveTo>
                    <a:pt x="103159" y="0"/>
                  </a:moveTo>
                  <a:lnTo>
                    <a:pt x="1857697" y="0"/>
                  </a:lnTo>
                  <a:cubicBezTo>
                    <a:pt x="1885057" y="0"/>
                    <a:pt x="1911296" y="10868"/>
                    <a:pt x="1930641" y="30214"/>
                  </a:cubicBezTo>
                  <a:cubicBezTo>
                    <a:pt x="1949987" y="49560"/>
                    <a:pt x="1960856" y="75799"/>
                    <a:pt x="1960856" y="103159"/>
                  </a:cubicBezTo>
                  <a:lnTo>
                    <a:pt x="1960856" y="212991"/>
                  </a:lnTo>
                  <a:cubicBezTo>
                    <a:pt x="1960856" y="269964"/>
                    <a:pt x="1914670" y="316150"/>
                    <a:pt x="1857697" y="316150"/>
                  </a:cubicBezTo>
                  <a:lnTo>
                    <a:pt x="103159" y="316150"/>
                  </a:lnTo>
                  <a:cubicBezTo>
                    <a:pt x="75799" y="316150"/>
                    <a:pt x="49560" y="305281"/>
                    <a:pt x="30214" y="285935"/>
                  </a:cubicBezTo>
                  <a:cubicBezTo>
                    <a:pt x="10868" y="266589"/>
                    <a:pt x="0" y="240351"/>
                    <a:pt x="0" y="212991"/>
                  </a:cubicBezTo>
                  <a:lnTo>
                    <a:pt x="0" y="103159"/>
                  </a:lnTo>
                  <a:cubicBezTo>
                    <a:pt x="0" y="75799"/>
                    <a:pt x="10868" y="49560"/>
                    <a:pt x="30214" y="30214"/>
                  </a:cubicBezTo>
                  <a:cubicBezTo>
                    <a:pt x="49560" y="10868"/>
                    <a:pt x="75799" y="0"/>
                    <a:pt x="103159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960856" cy="35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465475" y="5098688"/>
            <a:ext cx="168230" cy="16823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762984" y="4821171"/>
            <a:ext cx="428089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Metodologi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121149" y="6148268"/>
            <a:ext cx="5103317" cy="822810"/>
            <a:chOff x="0" y="0"/>
            <a:chExt cx="1960856" cy="3161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60856" cy="316150"/>
            </a:xfrm>
            <a:custGeom>
              <a:avLst/>
              <a:gdLst/>
              <a:ahLst/>
              <a:cxnLst/>
              <a:rect r="r" b="b" t="t" l="l"/>
              <a:pathLst>
                <a:path h="316150" w="1960856">
                  <a:moveTo>
                    <a:pt x="103159" y="0"/>
                  </a:moveTo>
                  <a:lnTo>
                    <a:pt x="1857697" y="0"/>
                  </a:lnTo>
                  <a:cubicBezTo>
                    <a:pt x="1885057" y="0"/>
                    <a:pt x="1911296" y="10868"/>
                    <a:pt x="1930641" y="30214"/>
                  </a:cubicBezTo>
                  <a:cubicBezTo>
                    <a:pt x="1949987" y="49560"/>
                    <a:pt x="1960856" y="75799"/>
                    <a:pt x="1960856" y="103159"/>
                  </a:cubicBezTo>
                  <a:lnTo>
                    <a:pt x="1960856" y="212991"/>
                  </a:lnTo>
                  <a:cubicBezTo>
                    <a:pt x="1960856" y="269964"/>
                    <a:pt x="1914670" y="316150"/>
                    <a:pt x="1857697" y="316150"/>
                  </a:cubicBezTo>
                  <a:lnTo>
                    <a:pt x="103159" y="316150"/>
                  </a:lnTo>
                  <a:cubicBezTo>
                    <a:pt x="75799" y="316150"/>
                    <a:pt x="49560" y="305281"/>
                    <a:pt x="30214" y="285935"/>
                  </a:cubicBezTo>
                  <a:cubicBezTo>
                    <a:pt x="10868" y="266589"/>
                    <a:pt x="0" y="240351"/>
                    <a:pt x="0" y="212991"/>
                  </a:cubicBezTo>
                  <a:lnTo>
                    <a:pt x="0" y="103159"/>
                  </a:lnTo>
                  <a:cubicBezTo>
                    <a:pt x="0" y="75799"/>
                    <a:pt x="10868" y="49560"/>
                    <a:pt x="30214" y="30214"/>
                  </a:cubicBezTo>
                  <a:cubicBezTo>
                    <a:pt x="49560" y="10868"/>
                    <a:pt x="75799" y="0"/>
                    <a:pt x="103159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960856" cy="35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465475" y="6513658"/>
            <a:ext cx="168230" cy="168230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762984" y="6236141"/>
            <a:ext cx="428089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Uji Coba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592342" y="7654065"/>
            <a:ext cx="5103317" cy="822810"/>
            <a:chOff x="0" y="0"/>
            <a:chExt cx="1960856" cy="3161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60856" cy="316150"/>
            </a:xfrm>
            <a:custGeom>
              <a:avLst/>
              <a:gdLst/>
              <a:ahLst/>
              <a:cxnLst/>
              <a:rect r="r" b="b" t="t" l="l"/>
              <a:pathLst>
                <a:path h="316150" w="1960856">
                  <a:moveTo>
                    <a:pt x="103159" y="0"/>
                  </a:moveTo>
                  <a:lnTo>
                    <a:pt x="1857697" y="0"/>
                  </a:lnTo>
                  <a:cubicBezTo>
                    <a:pt x="1885057" y="0"/>
                    <a:pt x="1911296" y="10868"/>
                    <a:pt x="1930641" y="30214"/>
                  </a:cubicBezTo>
                  <a:cubicBezTo>
                    <a:pt x="1949987" y="49560"/>
                    <a:pt x="1960856" y="75799"/>
                    <a:pt x="1960856" y="103159"/>
                  </a:cubicBezTo>
                  <a:lnTo>
                    <a:pt x="1960856" y="212991"/>
                  </a:lnTo>
                  <a:cubicBezTo>
                    <a:pt x="1960856" y="269964"/>
                    <a:pt x="1914670" y="316150"/>
                    <a:pt x="1857697" y="316150"/>
                  </a:cubicBezTo>
                  <a:lnTo>
                    <a:pt x="103159" y="316150"/>
                  </a:lnTo>
                  <a:cubicBezTo>
                    <a:pt x="75799" y="316150"/>
                    <a:pt x="49560" y="305281"/>
                    <a:pt x="30214" y="285935"/>
                  </a:cubicBezTo>
                  <a:cubicBezTo>
                    <a:pt x="10868" y="266589"/>
                    <a:pt x="0" y="240351"/>
                    <a:pt x="0" y="212991"/>
                  </a:cubicBezTo>
                  <a:lnTo>
                    <a:pt x="0" y="103159"/>
                  </a:lnTo>
                  <a:cubicBezTo>
                    <a:pt x="0" y="75799"/>
                    <a:pt x="10868" y="49560"/>
                    <a:pt x="30214" y="30214"/>
                  </a:cubicBezTo>
                  <a:cubicBezTo>
                    <a:pt x="49560" y="10868"/>
                    <a:pt x="75799" y="0"/>
                    <a:pt x="103159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960856" cy="354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936668" y="8019455"/>
            <a:ext cx="168230" cy="168230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7234177" y="7741938"/>
            <a:ext cx="428089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Batasan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5400000">
            <a:off x="557551" y="-234573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0" y="0"/>
                </a:moveTo>
                <a:lnTo>
                  <a:pt x="1795276" y="0"/>
                </a:lnTo>
                <a:lnTo>
                  <a:pt x="1795276" y="2605283"/>
                </a:lnTo>
                <a:lnTo>
                  <a:pt x="0" y="26052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96087" y="1315719"/>
            <a:ext cx="12095826" cy="12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b="true" sz="89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LATAR BELAKANG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45241" y="4473398"/>
            <a:ext cx="14479699" cy="3906081"/>
            <a:chOff x="0" y="0"/>
            <a:chExt cx="5563559" cy="1500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63559" cy="1500840"/>
            </a:xfrm>
            <a:custGeom>
              <a:avLst/>
              <a:gdLst/>
              <a:ahLst/>
              <a:cxnLst/>
              <a:rect r="r" b="b" t="t" l="l"/>
              <a:pathLst>
                <a:path h="1500840" w="5563559">
                  <a:moveTo>
                    <a:pt x="36358" y="0"/>
                  </a:moveTo>
                  <a:lnTo>
                    <a:pt x="5527201" y="0"/>
                  </a:lnTo>
                  <a:cubicBezTo>
                    <a:pt x="5536844" y="0"/>
                    <a:pt x="5546091" y="3831"/>
                    <a:pt x="5552910" y="10649"/>
                  </a:cubicBezTo>
                  <a:cubicBezTo>
                    <a:pt x="5559728" y="17467"/>
                    <a:pt x="5563559" y="26715"/>
                    <a:pt x="5563559" y="36358"/>
                  </a:cubicBezTo>
                  <a:lnTo>
                    <a:pt x="5563559" y="1464482"/>
                  </a:lnTo>
                  <a:cubicBezTo>
                    <a:pt x="5563559" y="1484562"/>
                    <a:pt x="5547281" y="1500840"/>
                    <a:pt x="5527201" y="1500840"/>
                  </a:cubicBezTo>
                  <a:lnTo>
                    <a:pt x="36358" y="1500840"/>
                  </a:lnTo>
                  <a:cubicBezTo>
                    <a:pt x="26715" y="1500840"/>
                    <a:pt x="17467" y="1497009"/>
                    <a:pt x="10649" y="1490191"/>
                  </a:cubicBezTo>
                  <a:cubicBezTo>
                    <a:pt x="3831" y="1483372"/>
                    <a:pt x="0" y="1474125"/>
                    <a:pt x="0" y="1464482"/>
                  </a:cubicBezTo>
                  <a:lnTo>
                    <a:pt x="0" y="36358"/>
                  </a:lnTo>
                  <a:cubicBezTo>
                    <a:pt x="0" y="16278"/>
                    <a:pt x="16278" y="0"/>
                    <a:pt x="36358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563559" cy="1538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6164" y="2968992"/>
            <a:ext cx="15057649" cy="5224718"/>
            <a:chOff x="0" y="0"/>
            <a:chExt cx="5785625" cy="20075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85625" cy="2007502"/>
            </a:xfrm>
            <a:custGeom>
              <a:avLst/>
              <a:gdLst/>
              <a:ahLst/>
              <a:cxnLst/>
              <a:rect r="r" b="b" t="t" l="l"/>
              <a:pathLst>
                <a:path h="2007502" w="5785625">
                  <a:moveTo>
                    <a:pt x="34962" y="0"/>
                  </a:moveTo>
                  <a:lnTo>
                    <a:pt x="5750663" y="0"/>
                  </a:lnTo>
                  <a:cubicBezTo>
                    <a:pt x="5759935" y="0"/>
                    <a:pt x="5768828" y="3684"/>
                    <a:pt x="5775385" y="10240"/>
                  </a:cubicBezTo>
                  <a:cubicBezTo>
                    <a:pt x="5781942" y="16797"/>
                    <a:pt x="5785625" y="25690"/>
                    <a:pt x="5785625" y="34962"/>
                  </a:cubicBezTo>
                  <a:lnTo>
                    <a:pt x="5785625" y="1972539"/>
                  </a:lnTo>
                  <a:cubicBezTo>
                    <a:pt x="5785625" y="1991849"/>
                    <a:pt x="5769972" y="2007502"/>
                    <a:pt x="5750663" y="2007502"/>
                  </a:cubicBezTo>
                  <a:lnTo>
                    <a:pt x="34962" y="2007502"/>
                  </a:lnTo>
                  <a:cubicBezTo>
                    <a:pt x="25690" y="2007502"/>
                    <a:pt x="16797" y="2003818"/>
                    <a:pt x="10240" y="1997262"/>
                  </a:cubicBezTo>
                  <a:cubicBezTo>
                    <a:pt x="3684" y="1990705"/>
                    <a:pt x="0" y="1981812"/>
                    <a:pt x="0" y="1972539"/>
                  </a:cubicBezTo>
                  <a:lnTo>
                    <a:pt x="0" y="34962"/>
                  </a:lnTo>
                  <a:cubicBezTo>
                    <a:pt x="0" y="25690"/>
                    <a:pt x="3684" y="16797"/>
                    <a:pt x="10240" y="10240"/>
                  </a:cubicBezTo>
                  <a:cubicBezTo>
                    <a:pt x="16797" y="3684"/>
                    <a:pt x="25690" y="0"/>
                    <a:pt x="34962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785625" cy="2045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616082" y="4057668"/>
            <a:ext cx="12816495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Pengunggahan materi yang dirasa kurang praktis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Belum mendukung fitur pengumpulan tugas secara langsung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Fitur pengumuman yang belum tersedia langsung di dalam Afresto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8463" y="2456989"/>
            <a:ext cx="16230600" cy="12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b="true" sz="89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TUJUAN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078965" y="4697499"/>
            <a:ext cx="13161677" cy="1894247"/>
            <a:chOff x="0" y="0"/>
            <a:chExt cx="5057133" cy="7278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57133" cy="727830"/>
            </a:xfrm>
            <a:custGeom>
              <a:avLst/>
              <a:gdLst/>
              <a:ahLst/>
              <a:cxnLst/>
              <a:rect r="r" b="b" t="t" l="l"/>
              <a:pathLst>
                <a:path h="727830" w="5057133">
                  <a:moveTo>
                    <a:pt x="39999" y="0"/>
                  </a:moveTo>
                  <a:lnTo>
                    <a:pt x="5017134" y="0"/>
                  </a:lnTo>
                  <a:cubicBezTo>
                    <a:pt x="5039225" y="0"/>
                    <a:pt x="5057133" y="17908"/>
                    <a:pt x="5057133" y="39999"/>
                  </a:cubicBezTo>
                  <a:lnTo>
                    <a:pt x="5057133" y="687831"/>
                  </a:lnTo>
                  <a:cubicBezTo>
                    <a:pt x="5057133" y="709922"/>
                    <a:pt x="5039225" y="727830"/>
                    <a:pt x="5017134" y="727830"/>
                  </a:cubicBezTo>
                  <a:lnTo>
                    <a:pt x="39999" y="727830"/>
                  </a:lnTo>
                  <a:cubicBezTo>
                    <a:pt x="17908" y="727830"/>
                    <a:pt x="0" y="709922"/>
                    <a:pt x="0" y="687831"/>
                  </a:cubicBezTo>
                  <a:lnTo>
                    <a:pt x="0" y="39999"/>
                  </a:lnTo>
                  <a:cubicBezTo>
                    <a:pt x="0" y="17908"/>
                    <a:pt x="17908" y="0"/>
                    <a:pt x="39999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057133" cy="765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866880" y="4124277"/>
            <a:ext cx="13613766" cy="2298333"/>
            <a:chOff x="0" y="0"/>
            <a:chExt cx="5230840" cy="8830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30840" cy="883092"/>
            </a:xfrm>
            <a:custGeom>
              <a:avLst/>
              <a:gdLst/>
              <a:ahLst/>
              <a:cxnLst/>
              <a:rect r="r" b="b" t="t" l="l"/>
              <a:pathLst>
                <a:path h="883092" w="5230840">
                  <a:moveTo>
                    <a:pt x="38670" y="0"/>
                  </a:moveTo>
                  <a:lnTo>
                    <a:pt x="5192169" y="0"/>
                  </a:lnTo>
                  <a:cubicBezTo>
                    <a:pt x="5213526" y="0"/>
                    <a:pt x="5230840" y="17313"/>
                    <a:pt x="5230840" y="38670"/>
                  </a:cubicBezTo>
                  <a:lnTo>
                    <a:pt x="5230840" y="844422"/>
                  </a:lnTo>
                  <a:cubicBezTo>
                    <a:pt x="5230840" y="854678"/>
                    <a:pt x="5226765" y="864514"/>
                    <a:pt x="5219513" y="871766"/>
                  </a:cubicBezTo>
                  <a:cubicBezTo>
                    <a:pt x="5212261" y="879018"/>
                    <a:pt x="5202425" y="883092"/>
                    <a:pt x="5192169" y="883092"/>
                  </a:cubicBezTo>
                  <a:lnTo>
                    <a:pt x="38670" y="883092"/>
                  </a:lnTo>
                  <a:cubicBezTo>
                    <a:pt x="17313" y="883092"/>
                    <a:pt x="0" y="865779"/>
                    <a:pt x="0" y="844422"/>
                  </a:cubicBezTo>
                  <a:lnTo>
                    <a:pt x="0" y="38670"/>
                  </a:lnTo>
                  <a:cubicBezTo>
                    <a:pt x="0" y="17313"/>
                    <a:pt x="17313" y="0"/>
                    <a:pt x="38670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230840" cy="92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251556" y="4630824"/>
            <a:ext cx="1281649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Membuat ulang website E-Class SMA SANTO CAROLUS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dengan menggunakan software reengineering.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25176"/>
            <a:ext cx="9144000" cy="549091"/>
            <a:chOff x="0" y="0"/>
            <a:chExt cx="3513414" cy="2109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13414" cy="210978"/>
            </a:xfrm>
            <a:custGeom>
              <a:avLst/>
              <a:gdLst/>
              <a:ahLst/>
              <a:cxnLst/>
              <a:rect r="r" b="b" t="t" l="l"/>
              <a:pathLst>
                <a:path h="210978" w="3513414">
                  <a:moveTo>
                    <a:pt x="0" y="0"/>
                  </a:moveTo>
                  <a:lnTo>
                    <a:pt x="3513414" y="0"/>
                  </a:lnTo>
                  <a:lnTo>
                    <a:pt x="3513414" y="210978"/>
                  </a:lnTo>
                  <a:lnTo>
                    <a:pt x="0" y="210978"/>
                  </a:ln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13414" cy="249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288374" y="9737909"/>
            <a:ext cx="2999626" cy="549091"/>
            <a:chOff x="0" y="0"/>
            <a:chExt cx="1152551" cy="2109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2551" cy="210978"/>
            </a:xfrm>
            <a:custGeom>
              <a:avLst/>
              <a:gdLst/>
              <a:ahLst/>
              <a:cxnLst/>
              <a:rect r="r" b="b" t="t" l="l"/>
              <a:pathLst>
                <a:path h="210978" w="1152551">
                  <a:moveTo>
                    <a:pt x="0" y="0"/>
                  </a:moveTo>
                  <a:lnTo>
                    <a:pt x="1152551" y="0"/>
                  </a:lnTo>
                  <a:lnTo>
                    <a:pt x="1152551" y="210978"/>
                  </a:lnTo>
                  <a:lnTo>
                    <a:pt x="0" y="210978"/>
                  </a:ln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52551" cy="249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5098176" y="25176"/>
            <a:ext cx="3189824" cy="3267046"/>
          </a:xfrm>
          <a:custGeom>
            <a:avLst/>
            <a:gdLst/>
            <a:ahLst/>
            <a:cxnLst/>
            <a:rect r="r" b="b" t="t" l="l"/>
            <a:pathLst>
              <a:path h="3267046" w="3189824">
                <a:moveTo>
                  <a:pt x="0" y="3267045"/>
                </a:moveTo>
                <a:lnTo>
                  <a:pt x="3189824" y="3267045"/>
                </a:lnTo>
                <a:lnTo>
                  <a:pt x="3189824" y="0"/>
                </a:lnTo>
                <a:lnTo>
                  <a:pt x="0" y="0"/>
                </a:lnTo>
                <a:lnTo>
                  <a:pt x="0" y="326704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02173" y="-984116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74502" y="1994861"/>
            <a:ext cx="14253499" cy="8017593"/>
          </a:xfrm>
          <a:custGeom>
            <a:avLst/>
            <a:gdLst/>
            <a:ahLst/>
            <a:cxnLst/>
            <a:rect r="r" b="b" t="t" l="l"/>
            <a:pathLst>
              <a:path h="8017593" w="14253499">
                <a:moveTo>
                  <a:pt x="0" y="0"/>
                </a:moveTo>
                <a:lnTo>
                  <a:pt x="14253499" y="0"/>
                </a:lnTo>
                <a:lnTo>
                  <a:pt x="14253499" y="8017594"/>
                </a:lnTo>
                <a:lnTo>
                  <a:pt x="0" y="80175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4502" y="726667"/>
            <a:ext cx="11948269" cy="12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7"/>
              </a:lnSpc>
            </a:pPr>
            <a:r>
              <a:rPr lang="en-US" sz="8900" b="true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ARSITEKTUR SISTEM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9741" y="726667"/>
            <a:ext cx="7659255" cy="12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7"/>
              </a:lnSpc>
            </a:pPr>
            <a:r>
              <a:rPr lang="en-US" sz="8900" b="true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FITUR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25176"/>
            <a:ext cx="9144000" cy="549091"/>
            <a:chOff x="0" y="0"/>
            <a:chExt cx="3513414" cy="2109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13414" cy="210978"/>
            </a:xfrm>
            <a:custGeom>
              <a:avLst/>
              <a:gdLst/>
              <a:ahLst/>
              <a:cxnLst/>
              <a:rect r="r" b="b" t="t" l="l"/>
              <a:pathLst>
                <a:path h="210978" w="3513414">
                  <a:moveTo>
                    <a:pt x="0" y="0"/>
                  </a:moveTo>
                  <a:lnTo>
                    <a:pt x="3513414" y="0"/>
                  </a:lnTo>
                  <a:lnTo>
                    <a:pt x="3513414" y="210978"/>
                  </a:lnTo>
                  <a:lnTo>
                    <a:pt x="0" y="210978"/>
                  </a:ln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513414" cy="249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9737909"/>
            <a:ext cx="9144000" cy="549091"/>
            <a:chOff x="0" y="0"/>
            <a:chExt cx="3513414" cy="2109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13414" cy="210978"/>
            </a:xfrm>
            <a:custGeom>
              <a:avLst/>
              <a:gdLst/>
              <a:ahLst/>
              <a:cxnLst/>
              <a:rect r="r" b="b" t="t" l="l"/>
              <a:pathLst>
                <a:path h="210978" w="3513414">
                  <a:moveTo>
                    <a:pt x="0" y="0"/>
                  </a:moveTo>
                  <a:lnTo>
                    <a:pt x="3513414" y="0"/>
                  </a:lnTo>
                  <a:lnTo>
                    <a:pt x="3513414" y="210978"/>
                  </a:lnTo>
                  <a:lnTo>
                    <a:pt x="0" y="210978"/>
                  </a:ln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13414" cy="249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0">
            <a:off x="15098176" y="25176"/>
            <a:ext cx="3189824" cy="3267046"/>
          </a:xfrm>
          <a:custGeom>
            <a:avLst/>
            <a:gdLst/>
            <a:ahLst/>
            <a:cxnLst/>
            <a:rect r="r" b="b" t="t" l="l"/>
            <a:pathLst>
              <a:path h="3267046" w="3189824">
                <a:moveTo>
                  <a:pt x="0" y="3267045"/>
                </a:moveTo>
                <a:lnTo>
                  <a:pt x="3189824" y="3267045"/>
                </a:lnTo>
                <a:lnTo>
                  <a:pt x="3189824" y="0"/>
                </a:lnTo>
                <a:lnTo>
                  <a:pt x="0" y="0"/>
                </a:lnTo>
                <a:lnTo>
                  <a:pt x="0" y="326704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29741" y="2894205"/>
            <a:ext cx="2744514" cy="775756"/>
            <a:chOff x="0" y="0"/>
            <a:chExt cx="1054529" cy="2980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4529" cy="298070"/>
            </a:xfrm>
            <a:custGeom>
              <a:avLst/>
              <a:gdLst/>
              <a:ahLst/>
              <a:cxnLst/>
              <a:rect r="r" b="b" t="t" l="l"/>
              <a:pathLst>
                <a:path h="298070" w="1054529">
                  <a:moveTo>
                    <a:pt x="45134" y="0"/>
                  </a:moveTo>
                  <a:lnTo>
                    <a:pt x="1009395" y="0"/>
                  </a:lnTo>
                  <a:cubicBezTo>
                    <a:pt x="1034322" y="0"/>
                    <a:pt x="1054529" y="20207"/>
                    <a:pt x="1054529" y="45134"/>
                  </a:cubicBezTo>
                  <a:lnTo>
                    <a:pt x="1054529" y="252936"/>
                  </a:lnTo>
                  <a:cubicBezTo>
                    <a:pt x="1054529" y="277863"/>
                    <a:pt x="1034322" y="298070"/>
                    <a:pt x="1009395" y="298070"/>
                  </a:cubicBezTo>
                  <a:lnTo>
                    <a:pt x="45134" y="298070"/>
                  </a:lnTo>
                  <a:cubicBezTo>
                    <a:pt x="20207" y="298070"/>
                    <a:pt x="0" y="277863"/>
                    <a:pt x="0" y="252936"/>
                  </a:cubicBezTo>
                  <a:lnTo>
                    <a:pt x="0" y="45134"/>
                  </a:lnTo>
                  <a:cubicBezTo>
                    <a:pt x="0" y="20207"/>
                    <a:pt x="20207" y="0"/>
                    <a:pt x="45134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54529" cy="336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629741" y="1885606"/>
            <a:ext cx="4424255" cy="0"/>
          </a:xfrm>
          <a:prstGeom prst="line">
            <a:avLst/>
          </a:prstGeom>
          <a:ln cap="rnd" w="38100">
            <a:solidFill>
              <a:srgbClr val="EF81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3302173" y="-984116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629741" y="1971331"/>
            <a:ext cx="4424255" cy="0"/>
          </a:xfrm>
          <a:prstGeom prst="line">
            <a:avLst/>
          </a:prstGeom>
          <a:ln cap="rnd" w="38100">
            <a:solidFill>
              <a:srgbClr val="EF81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3065703"/>
            <a:ext cx="393419" cy="432760"/>
          </a:xfrm>
          <a:custGeom>
            <a:avLst/>
            <a:gdLst/>
            <a:ahLst/>
            <a:cxnLst/>
            <a:rect r="r" b="b" t="t" l="l"/>
            <a:pathLst>
              <a:path h="432760" w="393419">
                <a:moveTo>
                  <a:pt x="0" y="0"/>
                </a:moveTo>
                <a:lnTo>
                  <a:pt x="393419" y="0"/>
                </a:lnTo>
                <a:lnTo>
                  <a:pt x="393419" y="432761"/>
                </a:lnTo>
                <a:lnTo>
                  <a:pt x="0" y="4327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01773" y="2968689"/>
            <a:ext cx="147386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9E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Murid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4236" y="3964829"/>
            <a:ext cx="6140039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Melihat jadwal belajar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Mengunduh file pelajaran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Mengunggah tugas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Melihat nilai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Mencetak rapor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Komentar pengumuman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314378" y="2894205"/>
            <a:ext cx="2744514" cy="775756"/>
            <a:chOff x="0" y="0"/>
            <a:chExt cx="1054529" cy="2980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4529" cy="298070"/>
            </a:xfrm>
            <a:custGeom>
              <a:avLst/>
              <a:gdLst/>
              <a:ahLst/>
              <a:cxnLst/>
              <a:rect r="r" b="b" t="t" l="l"/>
              <a:pathLst>
                <a:path h="298070" w="1054529">
                  <a:moveTo>
                    <a:pt x="45134" y="0"/>
                  </a:moveTo>
                  <a:lnTo>
                    <a:pt x="1009395" y="0"/>
                  </a:lnTo>
                  <a:cubicBezTo>
                    <a:pt x="1034322" y="0"/>
                    <a:pt x="1054529" y="20207"/>
                    <a:pt x="1054529" y="45134"/>
                  </a:cubicBezTo>
                  <a:lnTo>
                    <a:pt x="1054529" y="252936"/>
                  </a:lnTo>
                  <a:cubicBezTo>
                    <a:pt x="1054529" y="277863"/>
                    <a:pt x="1034322" y="298070"/>
                    <a:pt x="1009395" y="298070"/>
                  </a:cubicBezTo>
                  <a:lnTo>
                    <a:pt x="45134" y="298070"/>
                  </a:lnTo>
                  <a:cubicBezTo>
                    <a:pt x="20207" y="298070"/>
                    <a:pt x="0" y="277863"/>
                    <a:pt x="0" y="252936"/>
                  </a:cubicBezTo>
                  <a:lnTo>
                    <a:pt x="0" y="45134"/>
                  </a:lnTo>
                  <a:cubicBezTo>
                    <a:pt x="0" y="20207"/>
                    <a:pt x="20207" y="0"/>
                    <a:pt x="45134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54529" cy="336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855170" y="3075841"/>
            <a:ext cx="393419" cy="432760"/>
          </a:xfrm>
          <a:custGeom>
            <a:avLst/>
            <a:gdLst/>
            <a:ahLst/>
            <a:cxnLst/>
            <a:rect r="r" b="b" t="t" l="l"/>
            <a:pathLst>
              <a:path h="432760" w="393419">
                <a:moveTo>
                  <a:pt x="0" y="0"/>
                </a:moveTo>
                <a:lnTo>
                  <a:pt x="393419" y="0"/>
                </a:lnTo>
                <a:lnTo>
                  <a:pt x="393419" y="432761"/>
                </a:lnTo>
                <a:lnTo>
                  <a:pt x="0" y="4327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448505" y="2968689"/>
            <a:ext cx="147386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9E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Guru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88873" y="3964829"/>
            <a:ext cx="6140039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Mengunggah file pelajaran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Membuat modul tugas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Mengunduh tugas siswa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Melihat jadwal mengajar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Mengunggah nilai mata pelajaran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Membuat berita acara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Komentar pengumuman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473467" y="2894205"/>
            <a:ext cx="2744514" cy="775756"/>
            <a:chOff x="0" y="0"/>
            <a:chExt cx="1054529" cy="2980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4529" cy="298070"/>
            </a:xfrm>
            <a:custGeom>
              <a:avLst/>
              <a:gdLst/>
              <a:ahLst/>
              <a:cxnLst/>
              <a:rect r="r" b="b" t="t" l="l"/>
              <a:pathLst>
                <a:path h="298070" w="1054529">
                  <a:moveTo>
                    <a:pt x="45134" y="0"/>
                  </a:moveTo>
                  <a:lnTo>
                    <a:pt x="1009395" y="0"/>
                  </a:lnTo>
                  <a:cubicBezTo>
                    <a:pt x="1034322" y="0"/>
                    <a:pt x="1054529" y="20207"/>
                    <a:pt x="1054529" y="45134"/>
                  </a:cubicBezTo>
                  <a:lnTo>
                    <a:pt x="1054529" y="252936"/>
                  </a:lnTo>
                  <a:cubicBezTo>
                    <a:pt x="1054529" y="277863"/>
                    <a:pt x="1034322" y="298070"/>
                    <a:pt x="1009395" y="298070"/>
                  </a:cubicBezTo>
                  <a:lnTo>
                    <a:pt x="45134" y="298070"/>
                  </a:lnTo>
                  <a:cubicBezTo>
                    <a:pt x="20207" y="298070"/>
                    <a:pt x="0" y="277863"/>
                    <a:pt x="0" y="252936"/>
                  </a:cubicBezTo>
                  <a:lnTo>
                    <a:pt x="0" y="45134"/>
                  </a:lnTo>
                  <a:cubicBezTo>
                    <a:pt x="0" y="20207"/>
                    <a:pt x="20207" y="0"/>
                    <a:pt x="45134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54529" cy="336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433761" y="2968689"/>
            <a:ext cx="147386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9E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Admin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47961" y="3964829"/>
            <a:ext cx="6140039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Mendaftarkan guru &amp; murid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Membuat pengumuman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Mengelola berbagai data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2840317" y="3075841"/>
            <a:ext cx="393419" cy="432760"/>
          </a:xfrm>
          <a:custGeom>
            <a:avLst/>
            <a:gdLst/>
            <a:ahLst/>
            <a:cxnLst/>
            <a:rect r="r" b="b" t="t" l="l"/>
            <a:pathLst>
              <a:path h="432760" w="393419">
                <a:moveTo>
                  <a:pt x="0" y="0"/>
                </a:moveTo>
                <a:lnTo>
                  <a:pt x="393419" y="0"/>
                </a:lnTo>
                <a:lnTo>
                  <a:pt x="393419" y="432761"/>
                </a:lnTo>
                <a:lnTo>
                  <a:pt x="0" y="4327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4834" y="964409"/>
            <a:ext cx="8578738" cy="12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7"/>
              </a:lnSpc>
            </a:pPr>
            <a:r>
              <a:rPr lang="en-US" sz="8900" b="true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METODOLOGI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25176"/>
            <a:ext cx="9144000" cy="549091"/>
            <a:chOff x="0" y="0"/>
            <a:chExt cx="3513414" cy="2109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13414" cy="210978"/>
            </a:xfrm>
            <a:custGeom>
              <a:avLst/>
              <a:gdLst/>
              <a:ahLst/>
              <a:cxnLst/>
              <a:rect r="r" b="b" t="t" l="l"/>
              <a:pathLst>
                <a:path h="210978" w="3513414">
                  <a:moveTo>
                    <a:pt x="0" y="0"/>
                  </a:moveTo>
                  <a:lnTo>
                    <a:pt x="3513414" y="0"/>
                  </a:lnTo>
                  <a:lnTo>
                    <a:pt x="3513414" y="210978"/>
                  </a:lnTo>
                  <a:lnTo>
                    <a:pt x="0" y="210978"/>
                  </a:ln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513414" cy="249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84834" y="2180275"/>
            <a:ext cx="10252814" cy="73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4"/>
              </a:lnSpc>
            </a:pPr>
            <a:r>
              <a:rPr lang="en-US" sz="5499" b="true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SOFTWARE RE-ENGINEERING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0" y="9737909"/>
            <a:ext cx="9144000" cy="549091"/>
            <a:chOff x="0" y="0"/>
            <a:chExt cx="3513414" cy="210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13414" cy="210978"/>
            </a:xfrm>
            <a:custGeom>
              <a:avLst/>
              <a:gdLst/>
              <a:ahLst/>
              <a:cxnLst/>
              <a:rect r="r" b="b" t="t" l="l"/>
              <a:pathLst>
                <a:path h="210978" w="3513414">
                  <a:moveTo>
                    <a:pt x="0" y="0"/>
                  </a:moveTo>
                  <a:lnTo>
                    <a:pt x="3513414" y="0"/>
                  </a:lnTo>
                  <a:lnTo>
                    <a:pt x="3513414" y="210978"/>
                  </a:lnTo>
                  <a:lnTo>
                    <a:pt x="0" y="210978"/>
                  </a:ln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513414" cy="249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true" rot="0">
            <a:off x="15098176" y="25176"/>
            <a:ext cx="3189824" cy="3267046"/>
          </a:xfrm>
          <a:custGeom>
            <a:avLst/>
            <a:gdLst/>
            <a:ahLst/>
            <a:cxnLst/>
            <a:rect r="r" b="b" t="t" l="l"/>
            <a:pathLst>
              <a:path h="3267046" w="3189824">
                <a:moveTo>
                  <a:pt x="0" y="3267045"/>
                </a:moveTo>
                <a:lnTo>
                  <a:pt x="3189824" y="3267045"/>
                </a:lnTo>
                <a:lnTo>
                  <a:pt x="3189824" y="0"/>
                </a:lnTo>
                <a:lnTo>
                  <a:pt x="0" y="0"/>
                </a:lnTo>
                <a:lnTo>
                  <a:pt x="0" y="326704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84834" y="3576676"/>
            <a:ext cx="4707922" cy="657303"/>
            <a:chOff x="0" y="0"/>
            <a:chExt cx="1808932" cy="2525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8932" cy="252557"/>
            </a:xfrm>
            <a:custGeom>
              <a:avLst/>
              <a:gdLst/>
              <a:ahLst/>
              <a:cxnLst/>
              <a:rect r="r" b="b" t="t" l="l"/>
              <a:pathLst>
                <a:path h="252557" w="1808932">
                  <a:moveTo>
                    <a:pt x="26311" y="0"/>
                  </a:moveTo>
                  <a:lnTo>
                    <a:pt x="1782621" y="0"/>
                  </a:lnTo>
                  <a:cubicBezTo>
                    <a:pt x="1789599" y="0"/>
                    <a:pt x="1796292" y="2772"/>
                    <a:pt x="1801226" y="7706"/>
                  </a:cubicBezTo>
                  <a:cubicBezTo>
                    <a:pt x="1806160" y="12641"/>
                    <a:pt x="1808932" y="19333"/>
                    <a:pt x="1808932" y="26311"/>
                  </a:cubicBezTo>
                  <a:lnTo>
                    <a:pt x="1808932" y="226246"/>
                  </a:lnTo>
                  <a:cubicBezTo>
                    <a:pt x="1808932" y="240777"/>
                    <a:pt x="1797153" y="252557"/>
                    <a:pt x="1782621" y="252557"/>
                  </a:cubicBezTo>
                  <a:lnTo>
                    <a:pt x="26311" y="252557"/>
                  </a:lnTo>
                  <a:cubicBezTo>
                    <a:pt x="19333" y="252557"/>
                    <a:pt x="12641" y="249785"/>
                    <a:pt x="7706" y="244850"/>
                  </a:cubicBezTo>
                  <a:cubicBezTo>
                    <a:pt x="2772" y="239916"/>
                    <a:pt x="0" y="233224"/>
                    <a:pt x="0" y="226246"/>
                  </a:cubicBezTo>
                  <a:lnTo>
                    <a:pt x="0" y="26311"/>
                  </a:lnTo>
                  <a:cubicBezTo>
                    <a:pt x="0" y="19333"/>
                    <a:pt x="2772" y="12641"/>
                    <a:pt x="7706" y="7706"/>
                  </a:cubicBezTo>
                  <a:cubicBezTo>
                    <a:pt x="12641" y="2772"/>
                    <a:pt x="19333" y="0"/>
                    <a:pt x="26311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808932" cy="290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16038" y="3581795"/>
            <a:ext cx="457671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9E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Reverse Egnineering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5262" y="4300654"/>
            <a:ext cx="857873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Analisis sistem untuk memahami struktur, </a:t>
            </a: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fungsi, dan konsepnya, guna mendukung perbaikan</a:t>
            </a:r>
          </a:p>
        </p:txBody>
      </p:sp>
      <p:sp>
        <p:nvSpPr>
          <p:cNvPr name="AutoShape 17" id="17"/>
          <p:cNvSpPr/>
          <p:nvPr/>
        </p:nvSpPr>
        <p:spPr>
          <a:xfrm flipV="true">
            <a:off x="784834" y="2984820"/>
            <a:ext cx="4424255" cy="0"/>
          </a:xfrm>
          <a:prstGeom prst="line">
            <a:avLst/>
          </a:prstGeom>
          <a:ln cap="rnd" w="38100">
            <a:solidFill>
              <a:srgbClr val="EF81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3302173" y="-984116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 flipV="true">
            <a:off x="784834" y="3070545"/>
            <a:ext cx="4424255" cy="0"/>
          </a:xfrm>
          <a:prstGeom prst="line">
            <a:avLst/>
          </a:prstGeom>
          <a:ln cap="rnd" w="38100">
            <a:solidFill>
              <a:srgbClr val="EF812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9709262" y="3576676"/>
            <a:ext cx="4707922" cy="657303"/>
            <a:chOff x="0" y="0"/>
            <a:chExt cx="1808932" cy="2525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08932" cy="252557"/>
            </a:xfrm>
            <a:custGeom>
              <a:avLst/>
              <a:gdLst/>
              <a:ahLst/>
              <a:cxnLst/>
              <a:rect r="r" b="b" t="t" l="l"/>
              <a:pathLst>
                <a:path h="252557" w="1808932">
                  <a:moveTo>
                    <a:pt x="26311" y="0"/>
                  </a:moveTo>
                  <a:lnTo>
                    <a:pt x="1782621" y="0"/>
                  </a:lnTo>
                  <a:cubicBezTo>
                    <a:pt x="1789599" y="0"/>
                    <a:pt x="1796292" y="2772"/>
                    <a:pt x="1801226" y="7706"/>
                  </a:cubicBezTo>
                  <a:cubicBezTo>
                    <a:pt x="1806160" y="12641"/>
                    <a:pt x="1808932" y="19333"/>
                    <a:pt x="1808932" y="26311"/>
                  </a:cubicBezTo>
                  <a:lnTo>
                    <a:pt x="1808932" y="226246"/>
                  </a:lnTo>
                  <a:cubicBezTo>
                    <a:pt x="1808932" y="240777"/>
                    <a:pt x="1797153" y="252557"/>
                    <a:pt x="1782621" y="252557"/>
                  </a:cubicBezTo>
                  <a:lnTo>
                    <a:pt x="26311" y="252557"/>
                  </a:lnTo>
                  <a:cubicBezTo>
                    <a:pt x="19333" y="252557"/>
                    <a:pt x="12641" y="249785"/>
                    <a:pt x="7706" y="244850"/>
                  </a:cubicBezTo>
                  <a:cubicBezTo>
                    <a:pt x="2772" y="239916"/>
                    <a:pt x="0" y="233224"/>
                    <a:pt x="0" y="226246"/>
                  </a:cubicBezTo>
                  <a:lnTo>
                    <a:pt x="0" y="26311"/>
                  </a:lnTo>
                  <a:cubicBezTo>
                    <a:pt x="0" y="19333"/>
                    <a:pt x="2772" y="12641"/>
                    <a:pt x="7706" y="7706"/>
                  </a:cubicBezTo>
                  <a:cubicBezTo>
                    <a:pt x="12641" y="2772"/>
                    <a:pt x="19333" y="0"/>
                    <a:pt x="26311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08932" cy="290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840465" y="3581795"/>
            <a:ext cx="457671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9E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Alteration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63572" y="4300654"/>
            <a:ext cx="8306124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Tahap reengineering yang mencakup pengkajian ulang, </a:t>
            </a: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penentuan kebutuhan, perancangan, dan penulisan ulang kode sistem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84834" y="6624754"/>
            <a:ext cx="4707922" cy="657303"/>
            <a:chOff x="0" y="0"/>
            <a:chExt cx="1808932" cy="25255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08932" cy="252557"/>
            </a:xfrm>
            <a:custGeom>
              <a:avLst/>
              <a:gdLst/>
              <a:ahLst/>
              <a:cxnLst/>
              <a:rect r="r" b="b" t="t" l="l"/>
              <a:pathLst>
                <a:path h="252557" w="1808932">
                  <a:moveTo>
                    <a:pt x="26311" y="0"/>
                  </a:moveTo>
                  <a:lnTo>
                    <a:pt x="1782621" y="0"/>
                  </a:lnTo>
                  <a:cubicBezTo>
                    <a:pt x="1789599" y="0"/>
                    <a:pt x="1796292" y="2772"/>
                    <a:pt x="1801226" y="7706"/>
                  </a:cubicBezTo>
                  <a:cubicBezTo>
                    <a:pt x="1806160" y="12641"/>
                    <a:pt x="1808932" y="19333"/>
                    <a:pt x="1808932" y="26311"/>
                  </a:cubicBezTo>
                  <a:lnTo>
                    <a:pt x="1808932" y="226246"/>
                  </a:lnTo>
                  <a:cubicBezTo>
                    <a:pt x="1808932" y="240777"/>
                    <a:pt x="1797153" y="252557"/>
                    <a:pt x="1782621" y="252557"/>
                  </a:cubicBezTo>
                  <a:lnTo>
                    <a:pt x="26311" y="252557"/>
                  </a:lnTo>
                  <a:cubicBezTo>
                    <a:pt x="19333" y="252557"/>
                    <a:pt x="12641" y="249785"/>
                    <a:pt x="7706" y="244850"/>
                  </a:cubicBezTo>
                  <a:cubicBezTo>
                    <a:pt x="2772" y="239916"/>
                    <a:pt x="0" y="233224"/>
                    <a:pt x="0" y="226246"/>
                  </a:cubicBezTo>
                  <a:lnTo>
                    <a:pt x="0" y="26311"/>
                  </a:lnTo>
                  <a:cubicBezTo>
                    <a:pt x="0" y="19333"/>
                    <a:pt x="2772" y="12641"/>
                    <a:pt x="7706" y="7706"/>
                  </a:cubicBezTo>
                  <a:cubicBezTo>
                    <a:pt x="12641" y="2772"/>
                    <a:pt x="19333" y="0"/>
                    <a:pt x="26311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808932" cy="290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16038" y="6629873"/>
            <a:ext cx="457671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9E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Foward Egnineering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65262" y="7348733"/>
            <a:ext cx="1208864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proses membangun sistem baru dari desain konseptual hingga implementasi, menghasilkan sistem ya</a:t>
            </a: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ng lebih baik, efisien, dan mudah digunakan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50171"/>
            <a:ext cx="7659255" cy="12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67"/>
              </a:lnSpc>
            </a:pPr>
            <a:r>
              <a:rPr lang="en-US" sz="8900" b="true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UJI COBA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25176"/>
            <a:ext cx="9144000" cy="549091"/>
            <a:chOff x="0" y="0"/>
            <a:chExt cx="3513414" cy="2109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13414" cy="210978"/>
            </a:xfrm>
            <a:custGeom>
              <a:avLst/>
              <a:gdLst/>
              <a:ahLst/>
              <a:cxnLst/>
              <a:rect r="r" b="b" t="t" l="l"/>
              <a:pathLst>
                <a:path h="210978" w="3513414">
                  <a:moveTo>
                    <a:pt x="0" y="0"/>
                  </a:moveTo>
                  <a:lnTo>
                    <a:pt x="3513414" y="0"/>
                  </a:lnTo>
                  <a:lnTo>
                    <a:pt x="3513414" y="210978"/>
                  </a:lnTo>
                  <a:lnTo>
                    <a:pt x="0" y="210978"/>
                  </a:ln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513414" cy="249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9737909"/>
            <a:ext cx="9144000" cy="549091"/>
            <a:chOff x="0" y="0"/>
            <a:chExt cx="3513414" cy="2109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13414" cy="210978"/>
            </a:xfrm>
            <a:custGeom>
              <a:avLst/>
              <a:gdLst/>
              <a:ahLst/>
              <a:cxnLst/>
              <a:rect r="r" b="b" t="t" l="l"/>
              <a:pathLst>
                <a:path h="210978" w="3513414">
                  <a:moveTo>
                    <a:pt x="0" y="0"/>
                  </a:moveTo>
                  <a:lnTo>
                    <a:pt x="3513414" y="0"/>
                  </a:lnTo>
                  <a:lnTo>
                    <a:pt x="3513414" y="210978"/>
                  </a:lnTo>
                  <a:lnTo>
                    <a:pt x="0" y="210978"/>
                  </a:ln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13414" cy="2490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0">
            <a:off x="15098176" y="25176"/>
            <a:ext cx="3189824" cy="3267046"/>
          </a:xfrm>
          <a:custGeom>
            <a:avLst/>
            <a:gdLst/>
            <a:ahLst/>
            <a:cxnLst/>
            <a:rect r="r" b="b" t="t" l="l"/>
            <a:pathLst>
              <a:path h="3267046" w="3189824">
                <a:moveTo>
                  <a:pt x="0" y="3267045"/>
                </a:moveTo>
                <a:lnTo>
                  <a:pt x="3189824" y="3267045"/>
                </a:lnTo>
                <a:lnTo>
                  <a:pt x="3189824" y="0"/>
                </a:lnTo>
                <a:lnTo>
                  <a:pt x="0" y="0"/>
                </a:lnTo>
                <a:lnTo>
                  <a:pt x="0" y="326704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65692" y="3293904"/>
            <a:ext cx="4811092" cy="684285"/>
            <a:chOff x="0" y="0"/>
            <a:chExt cx="1848574" cy="2629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48574" cy="262924"/>
            </a:xfrm>
            <a:custGeom>
              <a:avLst/>
              <a:gdLst/>
              <a:ahLst/>
              <a:cxnLst/>
              <a:rect r="r" b="b" t="t" l="l"/>
              <a:pathLst>
                <a:path h="262924" w="1848574">
                  <a:moveTo>
                    <a:pt x="25747" y="0"/>
                  </a:moveTo>
                  <a:lnTo>
                    <a:pt x="1822827" y="0"/>
                  </a:lnTo>
                  <a:cubicBezTo>
                    <a:pt x="1829655" y="0"/>
                    <a:pt x="1836204" y="2713"/>
                    <a:pt x="1841033" y="7541"/>
                  </a:cubicBezTo>
                  <a:cubicBezTo>
                    <a:pt x="1845861" y="12370"/>
                    <a:pt x="1848574" y="18918"/>
                    <a:pt x="1848574" y="25747"/>
                  </a:cubicBezTo>
                  <a:lnTo>
                    <a:pt x="1848574" y="237177"/>
                  </a:lnTo>
                  <a:cubicBezTo>
                    <a:pt x="1848574" y="244006"/>
                    <a:pt x="1845861" y="250554"/>
                    <a:pt x="1841033" y="255383"/>
                  </a:cubicBezTo>
                  <a:cubicBezTo>
                    <a:pt x="1836204" y="260211"/>
                    <a:pt x="1829655" y="262924"/>
                    <a:pt x="1822827" y="262924"/>
                  </a:cubicBezTo>
                  <a:lnTo>
                    <a:pt x="25747" y="262924"/>
                  </a:lnTo>
                  <a:cubicBezTo>
                    <a:pt x="11527" y="262924"/>
                    <a:pt x="0" y="251397"/>
                    <a:pt x="0" y="237177"/>
                  </a:cubicBezTo>
                  <a:lnTo>
                    <a:pt x="0" y="25747"/>
                  </a:lnTo>
                  <a:cubicBezTo>
                    <a:pt x="0" y="11527"/>
                    <a:pt x="11527" y="0"/>
                    <a:pt x="25747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48574" cy="301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96896" y="3312514"/>
            <a:ext cx="467988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9E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Functionality Testing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4680" y="3911514"/>
            <a:ext cx="787327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Pengujian pada setiap fungsi aplikasi telah berjalan sesuai dengan spesifikasi yang diminta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28700" y="2509110"/>
            <a:ext cx="3524094" cy="0"/>
          </a:xfrm>
          <a:prstGeom prst="line">
            <a:avLst/>
          </a:prstGeom>
          <a:ln cap="rnd" w="38100">
            <a:solidFill>
              <a:srgbClr val="EF81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28700" y="2594835"/>
            <a:ext cx="3524094" cy="0"/>
          </a:xfrm>
          <a:prstGeom prst="line">
            <a:avLst/>
          </a:prstGeom>
          <a:ln cap="rnd" w="38100">
            <a:solidFill>
              <a:srgbClr val="EF81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3302173" y="-984116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228087" y="3255140"/>
            <a:ext cx="5054125" cy="644403"/>
            <a:chOff x="0" y="0"/>
            <a:chExt cx="1941955" cy="247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41955" cy="247600"/>
            </a:xfrm>
            <a:custGeom>
              <a:avLst/>
              <a:gdLst/>
              <a:ahLst/>
              <a:cxnLst/>
              <a:rect r="r" b="b" t="t" l="l"/>
              <a:pathLst>
                <a:path h="247600" w="1941955">
                  <a:moveTo>
                    <a:pt x="24509" y="0"/>
                  </a:moveTo>
                  <a:lnTo>
                    <a:pt x="1917446" y="0"/>
                  </a:lnTo>
                  <a:cubicBezTo>
                    <a:pt x="1923946" y="0"/>
                    <a:pt x="1930180" y="2582"/>
                    <a:pt x="1934776" y="7178"/>
                  </a:cubicBezTo>
                  <a:cubicBezTo>
                    <a:pt x="1939373" y="11775"/>
                    <a:pt x="1941955" y="18009"/>
                    <a:pt x="1941955" y="24509"/>
                  </a:cubicBezTo>
                  <a:lnTo>
                    <a:pt x="1941955" y="223091"/>
                  </a:lnTo>
                  <a:cubicBezTo>
                    <a:pt x="1941955" y="236627"/>
                    <a:pt x="1930982" y="247600"/>
                    <a:pt x="1917446" y="247600"/>
                  </a:cubicBezTo>
                  <a:lnTo>
                    <a:pt x="24509" y="247600"/>
                  </a:lnTo>
                  <a:cubicBezTo>
                    <a:pt x="10973" y="247600"/>
                    <a:pt x="0" y="236627"/>
                    <a:pt x="0" y="223091"/>
                  </a:cubicBezTo>
                  <a:lnTo>
                    <a:pt x="0" y="24509"/>
                  </a:lnTo>
                  <a:cubicBezTo>
                    <a:pt x="0" y="10973"/>
                    <a:pt x="10973" y="0"/>
                    <a:pt x="24509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41955" cy="285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415205" y="3227229"/>
            <a:ext cx="467988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9E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Compatibility Testing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58122" y="3832867"/>
            <a:ext cx="8301178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Pengujian untuk mengetahui apakah website dapat dijalankan di berbagai perangkat dan di berbagai browser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779910" y="6396905"/>
            <a:ext cx="5986299" cy="765334"/>
            <a:chOff x="0" y="0"/>
            <a:chExt cx="2300125" cy="2940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00125" cy="294065"/>
            </a:xfrm>
            <a:custGeom>
              <a:avLst/>
              <a:gdLst/>
              <a:ahLst/>
              <a:cxnLst/>
              <a:rect r="r" b="b" t="t" l="l"/>
              <a:pathLst>
                <a:path h="294065" w="2300125">
                  <a:moveTo>
                    <a:pt x="20692" y="0"/>
                  </a:moveTo>
                  <a:lnTo>
                    <a:pt x="2279433" y="0"/>
                  </a:lnTo>
                  <a:cubicBezTo>
                    <a:pt x="2290861" y="0"/>
                    <a:pt x="2300125" y="9264"/>
                    <a:pt x="2300125" y="20692"/>
                  </a:cubicBezTo>
                  <a:lnTo>
                    <a:pt x="2300125" y="273373"/>
                  </a:lnTo>
                  <a:cubicBezTo>
                    <a:pt x="2300125" y="278861"/>
                    <a:pt x="2297945" y="284124"/>
                    <a:pt x="2294065" y="288005"/>
                  </a:cubicBezTo>
                  <a:cubicBezTo>
                    <a:pt x="2290184" y="291885"/>
                    <a:pt x="2284921" y="294065"/>
                    <a:pt x="2279433" y="294065"/>
                  </a:cubicBezTo>
                  <a:lnTo>
                    <a:pt x="20692" y="294065"/>
                  </a:lnTo>
                  <a:cubicBezTo>
                    <a:pt x="15204" y="294065"/>
                    <a:pt x="9941" y="291885"/>
                    <a:pt x="6061" y="288005"/>
                  </a:cubicBezTo>
                  <a:cubicBezTo>
                    <a:pt x="2180" y="284124"/>
                    <a:pt x="0" y="278861"/>
                    <a:pt x="0" y="273373"/>
                  </a:cubicBezTo>
                  <a:lnTo>
                    <a:pt x="0" y="20692"/>
                  </a:lnTo>
                  <a:cubicBezTo>
                    <a:pt x="0" y="15204"/>
                    <a:pt x="2180" y="9941"/>
                    <a:pt x="6061" y="6061"/>
                  </a:cubicBezTo>
                  <a:cubicBezTo>
                    <a:pt x="9941" y="2180"/>
                    <a:pt x="15204" y="0"/>
                    <a:pt x="20692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300125" cy="332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187684" y="6435005"/>
            <a:ext cx="55309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F9EEE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Acceptence Testing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428898" y="7105088"/>
            <a:ext cx="7873275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9455B"/>
                </a:solidFill>
                <a:latin typeface="Open Sans"/>
                <a:ea typeface="Open Sans"/>
                <a:cs typeface="Open Sans"/>
                <a:sym typeface="Open Sans"/>
              </a:rPr>
              <a:t>Pengujian ini melibatkan user / pengguna akhir untuk memastikan bahwa sistem telah memenuhi syarat dan kriteria yang diminta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96087" y="1315719"/>
            <a:ext cx="12095826" cy="120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67"/>
              </a:lnSpc>
            </a:pPr>
            <a:r>
              <a:rPr lang="en-US" b="true" sz="89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BATASAN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45241" y="4473398"/>
            <a:ext cx="14479699" cy="3906081"/>
            <a:chOff x="0" y="0"/>
            <a:chExt cx="5563559" cy="1500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63559" cy="1500840"/>
            </a:xfrm>
            <a:custGeom>
              <a:avLst/>
              <a:gdLst/>
              <a:ahLst/>
              <a:cxnLst/>
              <a:rect r="r" b="b" t="t" l="l"/>
              <a:pathLst>
                <a:path h="1500840" w="5563559">
                  <a:moveTo>
                    <a:pt x="36358" y="0"/>
                  </a:moveTo>
                  <a:lnTo>
                    <a:pt x="5527201" y="0"/>
                  </a:lnTo>
                  <a:cubicBezTo>
                    <a:pt x="5536844" y="0"/>
                    <a:pt x="5546091" y="3831"/>
                    <a:pt x="5552910" y="10649"/>
                  </a:cubicBezTo>
                  <a:cubicBezTo>
                    <a:pt x="5559728" y="17467"/>
                    <a:pt x="5563559" y="26715"/>
                    <a:pt x="5563559" y="36358"/>
                  </a:cubicBezTo>
                  <a:lnTo>
                    <a:pt x="5563559" y="1464482"/>
                  </a:lnTo>
                  <a:cubicBezTo>
                    <a:pt x="5563559" y="1484562"/>
                    <a:pt x="5547281" y="1500840"/>
                    <a:pt x="5527201" y="1500840"/>
                  </a:cubicBezTo>
                  <a:lnTo>
                    <a:pt x="36358" y="1500840"/>
                  </a:lnTo>
                  <a:cubicBezTo>
                    <a:pt x="26715" y="1500840"/>
                    <a:pt x="17467" y="1497009"/>
                    <a:pt x="10649" y="1490191"/>
                  </a:cubicBezTo>
                  <a:cubicBezTo>
                    <a:pt x="3831" y="1483372"/>
                    <a:pt x="0" y="1474125"/>
                    <a:pt x="0" y="1464482"/>
                  </a:cubicBezTo>
                  <a:lnTo>
                    <a:pt x="0" y="36358"/>
                  </a:lnTo>
                  <a:cubicBezTo>
                    <a:pt x="0" y="16278"/>
                    <a:pt x="16278" y="0"/>
                    <a:pt x="36358" y="0"/>
                  </a:cubicBezTo>
                  <a:close/>
                </a:path>
              </a:pathLst>
            </a:custGeom>
            <a:solidFill>
              <a:srgbClr val="FCB50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563559" cy="1538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6164" y="2968992"/>
            <a:ext cx="15057649" cy="5224718"/>
            <a:chOff x="0" y="0"/>
            <a:chExt cx="5785625" cy="20075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85625" cy="2007502"/>
            </a:xfrm>
            <a:custGeom>
              <a:avLst/>
              <a:gdLst/>
              <a:ahLst/>
              <a:cxnLst/>
              <a:rect r="r" b="b" t="t" l="l"/>
              <a:pathLst>
                <a:path h="2007502" w="5785625">
                  <a:moveTo>
                    <a:pt x="34962" y="0"/>
                  </a:moveTo>
                  <a:lnTo>
                    <a:pt x="5750663" y="0"/>
                  </a:lnTo>
                  <a:cubicBezTo>
                    <a:pt x="5759935" y="0"/>
                    <a:pt x="5768828" y="3684"/>
                    <a:pt x="5775385" y="10240"/>
                  </a:cubicBezTo>
                  <a:cubicBezTo>
                    <a:pt x="5781942" y="16797"/>
                    <a:pt x="5785625" y="25690"/>
                    <a:pt x="5785625" y="34962"/>
                  </a:cubicBezTo>
                  <a:lnTo>
                    <a:pt x="5785625" y="1972539"/>
                  </a:lnTo>
                  <a:cubicBezTo>
                    <a:pt x="5785625" y="1991849"/>
                    <a:pt x="5769972" y="2007502"/>
                    <a:pt x="5750663" y="2007502"/>
                  </a:cubicBezTo>
                  <a:lnTo>
                    <a:pt x="34962" y="2007502"/>
                  </a:lnTo>
                  <a:cubicBezTo>
                    <a:pt x="25690" y="2007502"/>
                    <a:pt x="16797" y="2003818"/>
                    <a:pt x="10240" y="1997262"/>
                  </a:cubicBezTo>
                  <a:cubicBezTo>
                    <a:pt x="3684" y="1990705"/>
                    <a:pt x="0" y="1981812"/>
                    <a:pt x="0" y="1972539"/>
                  </a:cubicBezTo>
                  <a:lnTo>
                    <a:pt x="0" y="34962"/>
                  </a:lnTo>
                  <a:cubicBezTo>
                    <a:pt x="0" y="25690"/>
                    <a:pt x="3684" y="16797"/>
                    <a:pt x="10240" y="10240"/>
                  </a:cubicBezTo>
                  <a:cubicBezTo>
                    <a:pt x="16797" y="3684"/>
                    <a:pt x="25690" y="0"/>
                    <a:pt x="34962" y="0"/>
                  </a:cubicBezTo>
                  <a:close/>
                </a:path>
              </a:pathLst>
            </a:custGeom>
            <a:solidFill>
              <a:srgbClr val="29455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785625" cy="2045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735752" y="4057668"/>
            <a:ext cx="12816495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Nilai dari rapor yang akan digenerate berdasarkan input manual dari guru.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Website ini hanya menggunakan bahasa Indonesia.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9EEE1"/>
                </a:solidFill>
                <a:latin typeface="Open Sans"/>
                <a:ea typeface="Open Sans"/>
                <a:cs typeface="Open Sans"/>
                <a:sym typeface="Open Sans"/>
              </a:rPr>
              <a:t>Ujian dan remidi tidak dibuat karena kurang mendukung pembelajaran dari pihak sekolah. 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5400000">
            <a:off x="620477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0"/>
                </a:moveTo>
                <a:lnTo>
                  <a:pt x="0" y="0"/>
                </a:lnTo>
                <a:lnTo>
                  <a:pt x="0" y="2605283"/>
                </a:lnTo>
                <a:lnTo>
                  <a:pt x="1795277" y="2605283"/>
                </a:lnTo>
                <a:lnTo>
                  <a:pt x="1795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0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2337117" y="2393695"/>
                </a:moveTo>
                <a:lnTo>
                  <a:pt x="0" y="2393695"/>
                </a:lnTo>
                <a:lnTo>
                  <a:pt x="0" y="0"/>
                </a:lnTo>
                <a:lnTo>
                  <a:pt x="2337117" y="0"/>
                </a:lnTo>
                <a:lnTo>
                  <a:pt x="2337117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0">
            <a:off x="15950883" y="0"/>
            <a:ext cx="2337117" cy="2393695"/>
          </a:xfrm>
          <a:custGeom>
            <a:avLst/>
            <a:gdLst/>
            <a:ahLst/>
            <a:cxnLst/>
            <a:rect r="r" b="b" t="t" l="l"/>
            <a:pathLst>
              <a:path h="2393695" w="2337117">
                <a:moveTo>
                  <a:pt x="0" y="2393695"/>
                </a:moveTo>
                <a:lnTo>
                  <a:pt x="2337117" y="2393695"/>
                </a:lnTo>
                <a:lnTo>
                  <a:pt x="2337117" y="0"/>
                </a:lnTo>
                <a:lnTo>
                  <a:pt x="0" y="0"/>
                </a:lnTo>
                <a:lnTo>
                  <a:pt x="0" y="239369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194358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370677" y="1423307"/>
            <a:ext cx="3139599" cy="3116766"/>
          </a:xfrm>
          <a:custGeom>
            <a:avLst/>
            <a:gdLst/>
            <a:ahLst/>
            <a:cxnLst/>
            <a:rect r="r" b="b" t="t" l="l"/>
            <a:pathLst>
              <a:path h="3116766" w="3139599">
                <a:moveTo>
                  <a:pt x="0" y="0"/>
                </a:moveTo>
                <a:lnTo>
                  <a:pt x="3139599" y="0"/>
                </a:lnTo>
                <a:lnTo>
                  <a:pt x="3139599" y="3116766"/>
                </a:lnTo>
                <a:lnTo>
                  <a:pt x="0" y="31167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7440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2" y="0"/>
                </a:lnTo>
                <a:lnTo>
                  <a:pt x="1341682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777760" y="-303224"/>
            <a:ext cx="1341682" cy="1331924"/>
          </a:xfrm>
          <a:custGeom>
            <a:avLst/>
            <a:gdLst/>
            <a:ahLst/>
            <a:cxnLst/>
            <a:rect r="r" b="b" t="t" l="l"/>
            <a:pathLst>
              <a:path h="1331924" w="1341682">
                <a:moveTo>
                  <a:pt x="0" y="0"/>
                </a:moveTo>
                <a:lnTo>
                  <a:pt x="1341681" y="0"/>
                </a:lnTo>
                <a:lnTo>
                  <a:pt x="1341681" y="1331924"/>
                </a:lnTo>
                <a:lnTo>
                  <a:pt x="0" y="1331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true" rot="5400000">
            <a:off x="14248321" y="-1125127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6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6" y="0"/>
                </a:lnTo>
                <a:lnTo>
                  <a:pt x="1795276" y="260528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11" r="0" b="-166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0600" y="3530413"/>
            <a:ext cx="16306800" cy="1979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34"/>
              </a:lnSpc>
            </a:pPr>
            <a:r>
              <a:rPr lang="en-US" b="true" sz="14499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TERIMAKASIH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-1287607" y="7363229"/>
            <a:ext cx="3484451" cy="2363091"/>
          </a:xfrm>
          <a:custGeom>
            <a:avLst/>
            <a:gdLst/>
            <a:ahLst/>
            <a:cxnLst/>
            <a:rect r="r" b="b" t="t" l="l"/>
            <a:pathLst>
              <a:path h="2363091" w="3484451">
                <a:moveTo>
                  <a:pt x="0" y="0"/>
                </a:moveTo>
                <a:lnTo>
                  <a:pt x="3484451" y="0"/>
                </a:lnTo>
                <a:lnTo>
                  <a:pt x="3484451" y="2363091"/>
                </a:lnTo>
                <a:lnTo>
                  <a:pt x="0" y="2363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400000">
            <a:off x="16133133" y="560680"/>
            <a:ext cx="3484451" cy="2363091"/>
          </a:xfrm>
          <a:custGeom>
            <a:avLst/>
            <a:gdLst/>
            <a:ahLst/>
            <a:cxnLst/>
            <a:rect r="r" b="b" t="t" l="l"/>
            <a:pathLst>
              <a:path h="2363091" w="3484451">
                <a:moveTo>
                  <a:pt x="0" y="2363091"/>
                </a:moveTo>
                <a:lnTo>
                  <a:pt x="3484450" y="2363091"/>
                </a:lnTo>
                <a:lnTo>
                  <a:pt x="3484450" y="0"/>
                </a:lnTo>
                <a:lnTo>
                  <a:pt x="0" y="0"/>
                </a:lnTo>
                <a:lnTo>
                  <a:pt x="0" y="2363091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557551" y="-234573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0" y="0"/>
                </a:moveTo>
                <a:lnTo>
                  <a:pt x="1795276" y="0"/>
                </a:lnTo>
                <a:lnTo>
                  <a:pt x="1795276" y="2605283"/>
                </a:lnTo>
                <a:lnTo>
                  <a:pt x="0" y="26052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5400000">
            <a:off x="15891424" y="7917325"/>
            <a:ext cx="1795277" cy="2605283"/>
          </a:xfrm>
          <a:custGeom>
            <a:avLst/>
            <a:gdLst/>
            <a:ahLst/>
            <a:cxnLst/>
            <a:rect r="r" b="b" t="t" l="l"/>
            <a:pathLst>
              <a:path h="2605283" w="1795277">
                <a:moveTo>
                  <a:pt x="1795277" y="2605283"/>
                </a:moveTo>
                <a:lnTo>
                  <a:pt x="0" y="2605283"/>
                </a:lnTo>
                <a:lnTo>
                  <a:pt x="0" y="0"/>
                </a:lnTo>
                <a:lnTo>
                  <a:pt x="1795277" y="0"/>
                </a:lnTo>
                <a:lnTo>
                  <a:pt x="1795277" y="260528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34246" y="5681521"/>
            <a:ext cx="10543308" cy="759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8"/>
              </a:lnSpc>
            </a:pPr>
            <a:r>
              <a:rPr lang="en-US" b="true" sz="5600">
                <a:solidFill>
                  <a:srgbClr val="2945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ATAS PERHATIANNYA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5143975" y="6631100"/>
            <a:ext cx="8000049" cy="38100"/>
          </a:xfrm>
          <a:prstGeom prst="line">
            <a:avLst/>
          </a:prstGeom>
          <a:ln cap="rnd" w="38100">
            <a:solidFill>
              <a:srgbClr val="EF81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5143975" y="6745400"/>
            <a:ext cx="8000049" cy="38100"/>
          </a:xfrm>
          <a:prstGeom prst="line">
            <a:avLst/>
          </a:prstGeom>
          <a:ln cap="rnd" w="38100">
            <a:solidFill>
              <a:srgbClr val="EF812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DAGpvjmoWA4</dc:identifier>
  <dcterms:modified xsi:type="dcterms:W3CDTF">2011-08-01T06:04:30Z</dcterms:modified>
  <cp:revision>1</cp:revision>
  <dc:title>PPT Sempro</dc:title>
</cp:coreProperties>
</file>